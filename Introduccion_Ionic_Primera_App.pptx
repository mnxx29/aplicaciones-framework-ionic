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5368" autoAdjust="0"/>
    <p:restoredTop sz="94610"/>
  </p:normalViewPr>
  <p:slideViewPr>
    <p:cSldViewPr snapToGrid="0" snapToObjects="1">
      <p:cViewPr varScale="1">
        <p:scale>
          <a:sx n="70" d="100"/>
          <a:sy n="70" d="100"/>
        </p:scale>
        <p:origin x="113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microsoft.com/office/2016/11/relationships/changesInfo" Target="changesInfos/changesInfo1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Francisco Javier Calfun Gutierrez" userId="b18af0b9-e857-4a02-9201-79bbf5004dbf" providerId="ADAL" clId="{44DBFEED-5587-4A11-9808-C5322D57466B}"/>
    <pc:docChg chg="custSel modSld">
      <pc:chgData name="Francisco Javier Calfun Gutierrez" userId="b18af0b9-e857-4a02-9201-79bbf5004dbf" providerId="ADAL" clId="{44DBFEED-5587-4A11-9808-C5322D57466B}" dt="2026-10-08T23:34:16.468" v="29" actId="1036"/>
      <pc:docMkLst>
        <pc:docMk/>
      </pc:docMkLst>
      <pc:sldChg chg="addSp delSp modSp mod">
        <pc:chgData name="Francisco Javier Calfun Gutierrez" userId="b18af0b9-e857-4a02-9201-79bbf5004dbf" providerId="ADAL" clId="{44DBFEED-5587-4A11-9808-C5322D57466B}" dt="2026-10-08T23:04:36.568" v="16" actId="478"/>
        <pc:sldMkLst>
          <pc:docMk/>
          <pc:sldMk cId="0" sldId="256"/>
        </pc:sldMkLst>
        <pc:spChg chg="del">
          <ac:chgData name="Francisco Javier Calfun Gutierrez" userId="b18af0b9-e857-4a02-9201-79bbf5004dbf" providerId="ADAL" clId="{44DBFEED-5587-4A11-9808-C5322D57466B}" dt="2026-10-08T23:04:36.568" v="16" actId="478"/>
          <ac:spMkLst>
            <pc:docMk/>
            <pc:sldMk cId="0" sldId="256"/>
            <ac:spMk id="2" creationId="{00000000-0000-0000-0000-000000000000}"/>
          </ac:spMkLst>
        </pc:spChg>
        <pc:spChg chg="mod">
          <ac:chgData name="Francisco Javier Calfun Gutierrez" userId="b18af0b9-e857-4a02-9201-79bbf5004dbf" providerId="ADAL" clId="{44DBFEED-5587-4A11-9808-C5322D57466B}" dt="2026-10-08T23:04:30.230" v="12" actId="1076"/>
          <ac:spMkLst>
            <pc:docMk/>
            <pc:sldMk cId="0" sldId="256"/>
            <ac:spMk id="3" creationId="{00000000-0000-0000-0000-000000000000}"/>
          </ac:spMkLst>
        </pc:spChg>
        <pc:spChg chg="del">
          <ac:chgData name="Francisco Javier Calfun Gutierrez" userId="b18af0b9-e857-4a02-9201-79bbf5004dbf" providerId="ADAL" clId="{44DBFEED-5587-4A11-9808-C5322D57466B}" dt="2026-10-08T22:49:03.502" v="2" actId="478"/>
          <ac:spMkLst>
            <pc:docMk/>
            <pc:sldMk cId="0" sldId="256"/>
            <ac:spMk id="4" creationId="{00000000-0000-0000-0000-000000000000}"/>
          </ac:spMkLst>
        </pc:spChg>
        <pc:spChg chg="mod">
          <ac:chgData name="Francisco Javier Calfun Gutierrez" userId="b18af0b9-e857-4a02-9201-79bbf5004dbf" providerId="ADAL" clId="{44DBFEED-5587-4A11-9808-C5322D57466B}" dt="2026-10-08T22:49:07.931" v="3" actId="1076"/>
          <ac:spMkLst>
            <pc:docMk/>
            <pc:sldMk cId="0" sldId="256"/>
            <ac:spMk id="5" creationId="{00000000-0000-0000-0000-000000000000}"/>
          </ac:spMkLst>
        </pc:spChg>
        <pc:spChg chg="del">
          <ac:chgData name="Francisco Javier Calfun Gutierrez" userId="b18af0b9-e857-4a02-9201-79bbf5004dbf" providerId="ADAL" clId="{44DBFEED-5587-4A11-9808-C5322D57466B}" dt="2026-10-08T22:49:09.967" v="5" actId="478"/>
          <ac:spMkLst>
            <pc:docMk/>
            <pc:sldMk cId="0" sldId="256"/>
            <ac:spMk id="6" creationId="{00000000-0000-0000-0000-000000000000}"/>
          </ac:spMkLst>
        </pc:spChg>
        <pc:spChg chg="del">
          <ac:chgData name="Francisco Javier Calfun Gutierrez" userId="b18af0b9-e857-4a02-9201-79bbf5004dbf" providerId="ADAL" clId="{44DBFEED-5587-4A11-9808-C5322D57466B}" dt="2026-10-08T22:49:09.219" v="4" actId="478"/>
          <ac:spMkLst>
            <pc:docMk/>
            <pc:sldMk cId="0" sldId="256"/>
            <ac:spMk id="7" creationId="{00000000-0000-0000-0000-000000000000}"/>
          </ac:spMkLst>
        </pc:spChg>
        <pc:picChg chg="add del mod">
          <ac:chgData name="Francisco Javier Calfun Gutierrez" userId="b18af0b9-e857-4a02-9201-79bbf5004dbf" providerId="ADAL" clId="{44DBFEED-5587-4A11-9808-C5322D57466B}" dt="2026-10-08T23:04:12.323" v="8" actId="478"/>
          <ac:picMkLst>
            <pc:docMk/>
            <pc:sldMk cId="0" sldId="256"/>
            <ac:picMk id="18" creationId="{01D5D560-CF2C-78C9-E558-4AF8AFC13F41}"/>
          </ac:picMkLst>
        </pc:picChg>
        <pc:picChg chg="add mod">
          <ac:chgData name="Francisco Javier Calfun Gutierrez" userId="b18af0b9-e857-4a02-9201-79bbf5004dbf" providerId="ADAL" clId="{44DBFEED-5587-4A11-9808-C5322D57466B}" dt="2026-10-08T23:04:34.226" v="15" actId="1076"/>
          <ac:picMkLst>
            <pc:docMk/>
            <pc:sldMk cId="0" sldId="256"/>
            <ac:picMk id="20" creationId="{D262034A-5AF0-6F46-DF3F-6E76CB0078C9}"/>
          </ac:picMkLst>
        </pc:picChg>
      </pc:sldChg>
      <pc:sldChg chg="delSp mod">
        <pc:chgData name="Francisco Javier Calfun Gutierrez" userId="b18af0b9-e857-4a02-9201-79bbf5004dbf" providerId="ADAL" clId="{44DBFEED-5587-4A11-9808-C5322D57466B}" dt="2026-10-08T23:04:42.874" v="17" actId="478"/>
        <pc:sldMkLst>
          <pc:docMk/>
          <pc:sldMk cId="0" sldId="257"/>
        </pc:sldMkLst>
        <pc:spChg chg="del">
          <ac:chgData name="Francisco Javier Calfun Gutierrez" userId="b18af0b9-e857-4a02-9201-79bbf5004dbf" providerId="ADAL" clId="{44DBFEED-5587-4A11-9808-C5322D57466B}" dt="2026-10-08T23:04:42.874" v="17" actId="478"/>
          <ac:spMkLst>
            <pc:docMk/>
            <pc:sldMk cId="0" sldId="257"/>
            <ac:spMk id="4" creationId="{00000000-0000-0000-0000-000000000000}"/>
          </ac:spMkLst>
        </pc:spChg>
      </pc:sldChg>
      <pc:sldChg chg="delSp mod">
        <pc:chgData name="Francisco Javier Calfun Gutierrez" userId="b18af0b9-e857-4a02-9201-79bbf5004dbf" providerId="ADAL" clId="{44DBFEED-5587-4A11-9808-C5322D57466B}" dt="2026-10-08T23:04:45.831" v="18" actId="478"/>
        <pc:sldMkLst>
          <pc:docMk/>
          <pc:sldMk cId="0" sldId="258"/>
        </pc:sldMkLst>
        <pc:spChg chg="del">
          <ac:chgData name="Francisco Javier Calfun Gutierrez" userId="b18af0b9-e857-4a02-9201-79bbf5004dbf" providerId="ADAL" clId="{44DBFEED-5587-4A11-9808-C5322D57466B}" dt="2026-10-08T23:04:45.831" v="18" actId="478"/>
          <ac:spMkLst>
            <pc:docMk/>
            <pc:sldMk cId="0" sldId="258"/>
            <ac:spMk id="4" creationId="{00000000-0000-0000-0000-000000000000}"/>
          </ac:spMkLst>
        </pc:spChg>
        <pc:spChg chg="del">
          <ac:chgData name="Francisco Javier Calfun Gutierrez" userId="b18af0b9-e857-4a02-9201-79bbf5004dbf" providerId="ADAL" clId="{44DBFEED-5587-4A11-9808-C5322D57466B}" dt="2026-10-08T18:16:11.030" v="0" actId="478"/>
          <ac:spMkLst>
            <pc:docMk/>
            <pc:sldMk cId="0" sldId="258"/>
            <ac:spMk id="20" creationId="{00000000-0000-0000-0000-000000000000}"/>
          </ac:spMkLst>
        </pc:spChg>
      </pc:sldChg>
      <pc:sldChg chg="delSp mod">
        <pc:chgData name="Francisco Javier Calfun Gutierrez" userId="b18af0b9-e857-4a02-9201-79bbf5004dbf" providerId="ADAL" clId="{44DBFEED-5587-4A11-9808-C5322D57466B}" dt="2026-10-08T23:04:48.692" v="19" actId="478"/>
        <pc:sldMkLst>
          <pc:docMk/>
          <pc:sldMk cId="0" sldId="259"/>
        </pc:sldMkLst>
        <pc:spChg chg="del">
          <ac:chgData name="Francisco Javier Calfun Gutierrez" userId="b18af0b9-e857-4a02-9201-79bbf5004dbf" providerId="ADAL" clId="{44DBFEED-5587-4A11-9808-C5322D57466B}" dt="2026-10-08T23:04:48.692" v="19" actId="478"/>
          <ac:spMkLst>
            <pc:docMk/>
            <pc:sldMk cId="0" sldId="259"/>
            <ac:spMk id="4" creationId="{00000000-0000-0000-0000-000000000000}"/>
          </ac:spMkLst>
        </pc:spChg>
        <pc:spChg chg="del">
          <ac:chgData name="Francisco Javier Calfun Gutierrez" userId="b18af0b9-e857-4a02-9201-79bbf5004dbf" providerId="ADAL" clId="{44DBFEED-5587-4A11-9808-C5322D57466B}" dt="2026-10-08T18:16:21.222" v="1" actId="478"/>
          <ac:spMkLst>
            <pc:docMk/>
            <pc:sldMk cId="0" sldId="259"/>
            <ac:spMk id="23" creationId="{00000000-0000-0000-0000-000000000000}"/>
          </ac:spMkLst>
        </pc:spChg>
      </pc:sldChg>
      <pc:sldChg chg="delSp mod">
        <pc:chgData name="Francisco Javier Calfun Gutierrez" userId="b18af0b9-e857-4a02-9201-79bbf5004dbf" providerId="ADAL" clId="{44DBFEED-5587-4A11-9808-C5322D57466B}" dt="2026-10-08T23:04:51.835" v="20" actId="478"/>
        <pc:sldMkLst>
          <pc:docMk/>
          <pc:sldMk cId="0" sldId="260"/>
        </pc:sldMkLst>
        <pc:spChg chg="del">
          <ac:chgData name="Francisco Javier Calfun Gutierrez" userId="b18af0b9-e857-4a02-9201-79bbf5004dbf" providerId="ADAL" clId="{44DBFEED-5587-4A11-9808-C5322D57466B}" dt="2026-10-08T23:04:51.835" v="20" actId="478"/>
          <ac:spMkLst>
            <pc:docMk/>
            <pc:sldMk cId="0" sldId="260"/>
            <ac:spMk id="4" creationId="{00000000-0000-0000-0000-000000000000}"/>
          </ac:spMkLst>
        </pc:spChg>
      </pc:sldChg>
      <pc:sldChg chg="delSp modSp mod">
        <pc:chgData name="Francisco Javier Calfun Gutierrez" userId="b18af0b9-e857-4a02-9201-79bbf5004dbf" providerId="ADAL" clId="{44DBFEED-5587-4A11-9808-C5322D57466B}" dt="2026-10-08T23:34:16.468" v="29" actId="1036"/>
        <pc:sldMkLst>
          <pc:docMk/>
          <pc:sldMk cId="0" sldId="261"/>
        </pc:sldMkLst>
        <pc:spChg chg="del">
          <ac:chgData name="Francisco Javier Calfun Gutierrez" userId="b18af0b9-e857-4a02-9201-79bbf5004dbf" providerId="ADAL" clId="{44DBFEED-5587-4A11-9808-C5322D57466B}" dt="2026-10-08T23:04:55.260" v="21" actId="478"/>
          <ac:spMkLst>
            <pc:docMk/>
            <pc:sldMk cId="0" sldId="261"/>
            <ac:spMk id="4" creationId="{00000000-0000-0000-0000-000000000000}"/>
          </ac:spMkLst>
        </pc:spChg>
        <pc:spChg chg="mod">
          <ac:chgData name="Francisco Javier Calfun Gutierrez" userId="b18af0b9-e857-4a02-9201-79bbf5004dbf" providerId="ADAL" clId="{44DBFEED-5587-4A11-9808-C5322D57466B}" dt="2026-10-08T23:34:16.468" v="29" actId="1036"/>
          <ac:spMkLst>
            <pc:docMk/>
            <pc:sldMk cId="0" sldId="261"/>
            <ac:spMk id="8" creationId="{00000000-0000-0000-0000-000000000000}"/>
          </ac:spMkLst>
        </pc:spChg>
      </pc:sldChg>
      <pc:sldChg chg="delSp mod">
        <pc:chgData name="Francisco Javier Calfun Gutierrez" userId="b18af0b9-e857-4a02-9201-79bbf5004dbf" providerId="ADAL" clId="{44DBFEED-5587-4A11-9808-C5322D57466B}" dt="2026-10-08T23:04:58.967" v="22" actId="478"/>
        <pc:sldMkLst>
          <pc:docMk/>
          <pc:sldMk cId="0" sldId="262"/>
        </pc:sldMkLst>
        <pc:spChg chg="del">
          <ac:chgData name="Francisco Javier Calfun Gutierrez" userId="b18af0b9-e857-4a02-9201-79bbf5004dbf" providerId="ADAL" clId="{44DBFEED-5587-4A11-9808-C5322D57466B}" dt="2026-10-08T23:04:58.967" v="22" actId="478"/>
          <ac:spMkLst>
            <pc:docMk/>
            <pc:sldMk cId="0" sldId="262"/>
            <ac:spMk id="4" creationId="{00000000-0000-0000-0000-000000000000}"/>
          </ac:spMkLst>
        </pc:spChg>
      </pc:sldChg>
      <pc:sldChg chg="delSp mod">
        <pc:chgData name="Francisco Javier Calfun Gutierrez" userId="b18af0b9-e857-4a02-9201-79bbf5004dbf" providerId="ADAL" clId="{44DBFEED-5587-4A11-9808-C5322D57466B}" dt="2026-10-08T23:05:02.045" v="23" actId="478"/>
        <pc:sldMkLst>
          <pc:docMk/>
          <pc:sldMk cId="0" sldId="263"/>
        </pc:sldMkLst>
        <pc:spChg chg="del">
          <ac:chgData name="Francisco Javier Calfun Gutierrez" userId="b18af0b9-e857-4a02-9201-79bbf5004dbf" providerId="ADAL" clId="{44DBFEED-5587-4A11-9808-C5322D57466B}" dt="2026-10-08T23:05:02.045" v="23" actId="478"/>
          <ac:spMkLst>
            <pc:docMk/>
            <pc:sldMk cId="0" sldId="263"/>
            <ac:spMk id="4" creationId="{00000000-0000-0000-0000-000000000000}"/>
          </ac:spMkLst>
        </pc:spChg>
      </pc:sldChg>
      <pc:sldChg chg="delSp mod">
        <pc:chgData name="Francisco Javier Calfun Gutierrez" userId="b18af0b9-e857-4a02-9201-79bbf5004dbf" providerId="ADAL" clId="{44DBFEED-5587-4A11-9808-C5322D57466B}" dt="2026-10-08T23:05:05.888" v="24" actId="478"/>
        <pc:sldMkLst>
          <pc:docMk/>
          <pc:sldMk cId="0" sldId="264"/>
        </pc:sldMkLst>
        <pc:spChg chg="del">
          <ac:chgData name="Francisco Javier Calfun Gutierrez" userId="b18af0b9-e857-4a02-9201-79bbf5004dbf" providerId="ADAL" clId="{44DBFEED-5587-4A11-9808-C5322D57466B}" dt="2026-10-08T23:05:05.888" v="24" actId="478"/>
          <ac:spMkLst>
            <pc:docMk/>
            <pc:sldMk cId="0" sldId="264"/>
            <ac:spMk id="4" creationId="{00000000-0000-0000-0000-000000000000}"/>
          </ac:spMkLst>
        </pc:spChg>
      </pc:sldChg>
      <pc:sldChg chg="delSp mod">
        <pc:chgData name="Francisco Javier Calfun Gutierrez" userId="b18af0b9-e857-4a02-9201-79bbf5004dbf" providerId="ADAL" clId="{44DBFEED-5587-4A11-9808-C5322D57466B}" dt="2026-10-08T23:05:08.786" v="25" actId="478"/>
        <pc:sldMkLst>
          <pc:docMk/>
          <pc:sldMk cId="0" sldId="265"/>
        </pc:sldMkLst>
        <pc:spChg chg="del">
          <ac:chgData name="Francisco Javier Calfun Gutierrez" userId="b18af0b9-e857-4a02-9201-79bbf5004dbf" providerId="ADAL" clId="{44DBFEED-5587-4A11-9808-C5322D57466B}" dt="2026-10-08T23:05:08.786" v="25" actId="478"/>
          <ac:spMkLst>
            <pc:docMk/>
            <pc:sldMk cId="0" sldId="265"/>
            <ac:spMk id="4" creationId="{00000000-0000-0000-0000-000000000000}"/>
          </ac:spMkLst>
        </pc:spChg>
      </pc:sldChg>
      <pc:sldChg chg="delSp mod">
        <pc:chgData name="Francisco Javier Calfun Gutierrez" userId="b18af0b9-e857-4a02-9201-79bbf5004dbf" providerId="ADAL" clId="{44DBFEED-5587-4A11-9808-C5322D57466B}" dt="2026-10-08T23:05:12.369" v="26" actId="478"/>
        <pc:sldMkLst>
          <pc:docMk/>
          <pc:sldMk cId="0" sldId="266"/>
        </pc:sldMkLst>
        <pc:spChg chg="del">
          <ac:chgData name="Francisco Javier Calfun Gutierrez" userId="b18af0b9-e857-4a02-9201-79bbf5004dbf" providerId="ADAL" clId="{44DBFEED-5587-4A11-9808-C5322D57466B}" dt="2026-10-08T23:05:12.369" v="26" actId="478"/>
          <ac:spMkLst>
            <pc:docMk/>
            <pc:sldMk cId="0" sldId="266"/>
            <ac:spMk id="4" creationId="{00000000-0000-0000-0000-000000000000}"/>
          </ac:spMkLst>
        </pc:spChg>
      </pc:sldChg>
      <pc:sldChg chg="delSp mod">
        <pc:chgData name="Francisco Javier Calfun Gutierrez" userId="b18af0b9-e857-4a02-9201-79bbf5004dbf" providerId="ADAL" clId="{44DBFEED-5587-4A11-9808-C5322D57466B}" dt="2026-10-08T23:05:17.800" v="27" actId="478"/>
        <pc:sldMkLst>
          <pc:docMk/>
          <pc:sldMk cId="0" sldId="267"/>
        </pc:sldMkLst>
        <pc:spChg chg="del">
          <ac:chgData name="Francisco Javier Calfun Gutierrez" userId="b18af0b9-e857-4a02-9201-79bbf5004dbf" providerId="ADAL" clId="{44DBFEED-5587-4A11-9808-C5322D57466B}" dt="2026-10-08T23:05:17.800" v="27" actId="478"/>
          <ac:spMkLst>
            <pc:docMk/>
            <pc:sldMk cId="0" sldId="267"/>
            <ac:spMk id="4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279841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1"/>
          <p:cNvSpPr/>
          <p:nvPr/>
        </p:nvSpPr>
        <p:spPr>
          <a:xfrm>
            <a:off x="749808" y="2798064"/>
            <a:ext cx="64008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50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IONIC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786384" y="3419856"/>
            <a:ext cx="74980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A6B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Framework · Instalación · Configuración · Primera pantalla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786384" y="6108192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A6B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Asignatura: Aplicaciones Móviles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8503920" y="713232"/>
            <a:ext cx="2651760" cy="5074920"/>
          </a:xfrm>
          <a:prstGeom prst="roundRect">
            <a:avLst>
              <a:gd name="adj" fmla="val 11034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Shape 8"/>
          <p:cNvSpPr/>
          <p:nvPr/>
        </p:nvSpPr>
        <p:spPr>
          <a:xfrm>
            <a:off x="8631936" y="859536"/>
            <a:ext cx="2395728" cy="4782312"/>
          </a:xfrm>
          <a:prstGeom prst="roundRect">
            <a:avLst>
              <a:gd name="adj" fmla="val 9542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1" name="Shape 9"/>
          <p:cNvSpPr/>
          <p:nvPr/>
        </p:nvSpPr>
        <p:spPr>
          <a:xfrm>
            <a:off x="9379001" y="841248"/>
            <a:ext cx="901598" cy="109728"/>
          </a:xfrm>
          <a:prstGeom prst="roundRect">
            <a:avLst>
              <a:gd name="adj" fmla="val 41667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8842248" y="1472184"/>
            <a:ext cx="1975104" cy="512064"/>
          </a:xfrm>
          <a:prstGeom prst="roundRect">
            <a:avLst>
              <a:gd name="adj" fmla="val 17857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8979408" y="1591056"/>
            <a:ext cx="1737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primera app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897112" y="2386584"/>
            <a:ext cx="1819656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¡Hola, Ionic!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8897112" y="3236976"/>
            <a:ext cx="1837944" cy="475488"/>
          </a:xfrm>
          <a:prstGeom prst="roundRect">
            <a:avLst>
              <a:gd name="adj" fmla="val 23077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8988552" y="3374136"/>
            <a:ext cx="16459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Comenzar</a:t>
            </a:r>
            <a:endParaRPr lang="en-US" sz="1300" dirty="0"/>
          </a:p>
        </p:txBody>
      </p:sp>
      <p:pic>
        <p:nvPicPr>
          <p:cNvPr id="20" name="Imagen 19">
            <a:extLst>
              <a:ext uri="{FF2B5EF4-FFF2-40B4-BE49-F238E27FC236}">
                <a16:creationId xmlns:a16="http://schemas.microsoft.com/office/drawing/2014/main" id="{D262034A-5AF0-6F46-DF3F-6E76CB0078C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5870" y="265176"/>
            <a:ext cx="6719532" cy="250599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aprenderemos hoy?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645920"/>
            <a:ext cx="525780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932688" y="1901952"/>
            <a:ext cx="557784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42416" y="19568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636776" y="19110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Comprender</a:t>
            </a:r>
            <a:endParaRPr lang="en-US" sz="2100" dirty="0"/>
          </a:p>
        </p:txBody>
      </p:sp>
      <p:sp>
        <p:nvSpPr>
          <p:cNvPr id="12" name="Text 10"/>
          <p:cNvSpPr/>
          <p:nvPr/>
        </p:nvSpPr>
        <p:spPr>
          <a:xfrm>
            <a:off x="960120" y="2596896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Qué es Ionic y cómo funciona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6281928" y="1645920"/>
            <a:ext cx="525780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6510528" y="1901952"/>
            <a:ext cx="557784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6620256" y="19568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7214616" y="19110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Preparar</a:t>
            </a:r>
            <a:endParaRPr lang="en-US" sz="2100" dirty="0"/>
          </a:p>
        </p:txBody>
      </p:sp>
      <p:sp>
        <p:nvSpPr>
          <p:cNvPr id="17" name="Text 15"/>
          <p:cNvSpPr/>
          <p:nvPr/>
        </p:nvSpPr>
        <p:spPr>
          <a:xfrm>
            <a:off x="6537960" y="2596896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Instalar Node.js, CLI y editor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704088" y="3703320"/>
            <a:ext cx="525780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Shape 17"/>
          <p:cNvSpPr/>
          <p:nvPr/>
        </p:nvSpPr>
        <p:spPr>
          <a:xfrm>
            <a:off x="932688" y="3959352"/>
            <a:ext cx="557784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0" name="Text 18"/>
          <p:cNvSpPr/>
          <p:nvPr/>
        </p:nvSpPr>
        <p:spPr>
          <a:xfrm>
            <a:off x="1042416" y="40142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1636776" y="39684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Construir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960120" y="4654296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Crear y ejecutar el proyecto</a:t>
            </a:r>
            <a:endParaRPr lang="en-US" sz="1600" dirty="0"/>
          </a:p>
        </p:txBody>
      </p:sp>
      <p:sp>
        <p:nvSpPr>
          <p:cNvPr id="23" name="Shape 21"/>
          <p:cNvSpPr/>
          <p:nvPr/>
        </p:nvSpPr>
        <p:spPr>
          <a:xfrm>
            <a:off x="6281928" y="3703320"/>
            <a:ext cx="5257800" cy="1719072"/>
          </a:xfrm>
          <a:prstGeom prst="roundRect">
            <a:avLst>
              <a:gd name="adj" fmla="val 8511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4" name="Shape 22"/>
          <p:cNvSpPr/>
          <p:nvPr/>
        </p:nvSpPr>
        <p:spPr>
          <a:xfrm>
            <a:off x="6510528" y="3959352"/>
            <a:ext cx="557784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Text 23"/>
          <p:cNvSpPr/>
          <p:nvPr/>
        </p:nvSpPr>
        <p:spPr>
          <a:xfrm>
            <a:off x="6620256" y="4014216"/>
            <a:ext cx="3383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200" dirty="0"/>
          </a:p>
        </p:txBody>
      </p:sp>
      <p:sp>
        <p:nvSpPr>
          <p:cNvPr id="26" name="Text 24"/>
          <p:cNvSpPr/>
          <p:nvPr/>
        </p:nvSpPr>
        <p:spPr>
          <a:xfrm>
            <a:off x="7214616" y="3968496"/>
            <a:ext cx="3977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Personalizar</a:t>
            </a:r>
            <a:endParaRPr lang="en-US" sz="2100" dirty="0"/>
          </a:p>
        </p:txBody>
      </p:sp>
      <p:sp>
        <p:nvSpPr>
          <p:cNvPr id="27" name="Text 25"/>
          <p:cNvSpPr/>
          <p:nvPr/>
        </p:nvSpPr>
        <p:spPr>
          <a:xfrm>
            <a:off x="6537960" y="4654296"/>
            <a:ext cx="47183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59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Modificar textos, botones y colores</a:t>
            </a:r>
            <a:endParaRPr lang="en-US" sz="16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¿Qué es Ionic?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600200"/>
            <a:ext cx="342900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58368" y="1600200"/>
            <a:ext cx="68580" cy="3063240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886968" y="18013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base web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886968" y="23317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Trabaja con HTML, CSS y JavaScript / TypeScript.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79976" y="1600200"/>
            <a:ext cx="342900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379976" y="1600200"/>
            <a:ext cx="68580" cy="3063240"/>
          </a:xfrm>
          <a:prstGeom prst="rect">
            <a:avLst/>
          </a:prstGeom>
          <a:solidFill>
            <a:srgbClr val="25D4CB"/>
          </a:solidFill>
          <a:ln w="12700">
            <a:solidFill>
              <a:srgbClr val="25D4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608576" y="18013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Una interfaz móvil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08576" y="23317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Ofrece componentes listos: botones, tarjetas, menús y navegación.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101584" y="1600200"/>
            <a:ext cx="3429000" cy="3063240"/>
          </a:xfrm>
          <a:prstGeom prst="roundRect">
            <a:avLst>
              <a:gd name="adj" fmla="val 5373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8101584" y="1600200"/>
            <a:ext cx="68580" cy="3063240"/>
          </a:xfrm>
          <a:prstGeom prst="rect">
            <a:avLst/>
          </a:prstGeom>
          <a:solidFill>
            <a:srgbClr val="0E9377"/>
          </a:solidFill>
          <a:ln w="12700">
            <a:solidFill>
              <a:srgbClr val="0E93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8330184" y="180136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 solo proyecto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30184" y="2331720"/>
            <a:ext cx="2971800" cy="21488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 Capacitor puede empaquetarse para Android y iOS.</a:t>
            </a:r>
            <a:endParaRPr lang="en-US" sz="1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¿Cómo funciona nuestro proyecto?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76656" y="1856232"/>
            <a:ext cx="2688336" cy="2103120"/>
          </a:xfrm>
          <a:prstGeom prst="roundRect">
            <a:avLst>
              <a:gd name="adj" fmla="val 7391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850392" y="2212848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Código web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841248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+ SCSS + TypeScript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355848" y="25420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2" name="Shape 10"/>
          <p:cNvSpPr/>
          <p:nvPr/>
        </p:nvSpPr>
        <p:spPr>
          <a:xfrm>
            <a:off x="3584448" y="1856232"/>
            <a:ext cx="2688336" cy="2103120"/>
          </a:xfrm>
          <a:prstGeom prst="roundRect">
            <a:avLst>
              <a:gd name="adj" fmla="val 7391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3758184" y="2212848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3749040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y lógica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263640" y="25420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6492240" y="1856232"/>
            <a:ext cx="2688336" cy="2103120"/>
          </a:xfrm>
          <a:prstGeom prst="roundRect">
            <a:avLst>
              <a:gd name="adj" fmla="val 7391"/>
            </a:avLst>
          </a:prstGeom>
          <a:solidFill>
            <a:srgbClr val="DDE5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665976" y="2212848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Ionic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656832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Interfaz adaptada a móvil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9171432" y="2542032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→</a:t>
            </a:r>
            <a:endParaRPr lang="en-US" sz="2400" dirty="0"/>
          </a:p>
        </p:txBody>
      </p:sp>
      <p:sp>
        <p:nvSpPr>
          <p:cNvPr id="20" name="Shape 18"/>
          <p:cNvSpPr/>
          <p:nvPr/>
        </p:nvSpPr>
        <p:spPr>
          <a:xfrm>
            <a:off x="9400032" y="1856232"/>
            <a:ext cx="2688336" cy="2103120"/>
          </a:xfrm>
          <a:prstGeom prst="roundRect">
            <a:avLst>
              <a:gd name="adj" fmla="val 7391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9573768" y="2212848"/>
            <a:ext cx="2331720" cy="4297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Capacitor</a:t>
            </a:r>
            <a:endParaRPr lang="en-US" sz="1900" dirty="0"/>
          </a:p>
        </p:txBody>
      </p:sp>
      <p:sp>
        <p:nvSpPr>
          <p:cNvPr id="22" name="Text 20"/>
          <p:cNvSpPr/>
          <p:nvPr/>
        </p:nvSpPr>
        <p:spPr>
          <a:xfrm>
            <a:off x="9564624" y="2880360"/>
            <a:ext cx="2331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3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Puente a funciones nativas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Herramientas necesarias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554480"/>
            <a:ext cx="342900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694944" y="1554480"/>
            <a:ext cx="68580" cy="3383280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923544" y="1755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Node.js (LTS)</a:t>
            </a:r>
            <a:endParaRPr lang="en-US" sz="1900" dirty="0"/>
          </a:p>
        </p:txBody>
      </p:sp>
      <p:sp>
        <p:nvSpPr>
          <p:cNvPr id="11" name="Text 9"/>
          <p:cNvSpPr/>
          <p:nvPr/>
        </p:nvSpPr>
        <p:spPr>
          <a:xfrm>
            <a:off x="923544" y="22860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Incluye npm, el administrador de paquetes que utilizaremos.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-v    |    npm -v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4389120" y="1554480"/>
            <a:ext cx="342900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4389120" y="1554480"/>
            <a:ext cx="68580" cy="3383280"/>
          </a:xfrm>
          <a:prstGeom prst="rect">
            <a:avLst/>
          </a:prstGeom>
          <a:solidFill>
            <a:srgbClr val="25D4CB"/>
          </a:solidFill>
          <a:ln w="12700">
            <a:solidFill>
              <a:srgbClr val="25D4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4617720" y="1755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Studio Code</a:t>
            </a:r>
            <a:endParaRPr lang="en-US" sz="1900" dirty="0"/>
          </a:p>
        </p:txBody>
      </p:sp>
      <p:sp>
        <p:nvSpPr>
          <p:cNvPr id="15" name="Text 13"/>
          <p:cNvSpPr/>
          <p:nvPr/>
        </p:nvSpPr>
        <p:spPr>
          <a:xfrm>
            <a:off x="4617720" y="22860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Editor recomendado para abrir y modificar el proyecto.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083296" y="1554480"/>
            <a:ext cx="3429000" cy="3383280"/>
          </a:xfrm>
          <a:prstGeom prst="roundRect">
            <a:avLst>
              <a:gd name="adj" fmla="val 4865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8083296" y="1554480"/>
            <a:ext cx="68580" cy="3383280"/>
          </a:xfrm>
          <a:prstGeom prst="rect">
            <a:avLst/>
          </a:prstGeom>
          <a:solidFill>
            <a:srgbClr val="0E9377"/>
          </a:solidFill>
          <a:ln w="12700">
            <a:solidFill>
              <a:srgbClr val="0E93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8311896" y="1755648"/>
            <a:ext cx="2971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Navegador + terminal</a:t>
            </a:r>
            <a:endParaRPr lang="en-US" sz="1900" dirty="0"/>
          </a:p>
        </p:txBody>
      </p:sp>
      <p:sp>
        <p:nvSpPr>
          <p:cNvPr id="19" name="Text 17"/>
          <p:cNvSpPr/>
          <p:nvPr/>
        </p:nvSpPr>
        <p:spPr>
          <a:xfrm>
            <a:off x="8311896" y="2286000"/>
            <a:ext cx="2971800" cy="24688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Chrome o Edge para probar; PowerShell o terminal integrada para ejecutar comandos.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749808" y="5303520"/>
            <a:ext cx="1078992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Sitios oficiales: nodejs.org · code.visualstudio.com · ionicframework.com</a:t>
            </a:r>
            <a:endParaRPr lang="en-US" sz="16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Instalación de Ionic CLI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545200"/>
            <a:ext cx="10698480" cy="3364992"/>
          </a:xfrm>
          <a:prstGeom prst="roundRect">
            <a:avLst>
              <a:gd name="adj" fmla="val 3533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78408" y="1664208"/>
            <a:ext cx="10241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CÓDIGO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87552" y="2039112"/>
            <a:ext cx="10186416" cy="2670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node -v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-v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npm install -g @ionic/cli</a:t>
            </a:r>
            <a:endParaRPr lang="en-US" sz="2300" dirty="0"/>
          </a:p>
          <a:p>
            <a:pPr marL="0" indent="0">
              <a:buNone/>
            </a:pPr>
            <a:r>
              <a:rPr lang="en-US" sz="23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ionic --version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822960" y="5212080"/>
            <a:ext cx="10515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 un comando no se reconoce, cerrar y volver a abrir la terminal. Usar la versión LTS de Node.js.</a:t>
            </a:r>
            <a:endParaRPr lang="en-US" sz="17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Creación de la primera aplicación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572768"/>
            <a:ext cx="10744200" cy="2404872"/>
          </a:xfrm>
          <a:prstGeom prst="roundRect">
            <a:avLst>
              <a:gd name="adj" fmla="val 4943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41832" y="1719072"/>
            <a:ext cx="10287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CÓDIGO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2093976"/>
            <a:ext cx="10232136" cy="17099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ionic start mi-primera-app blank --type=angular-standalone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cd mi-primera-app</a:t>
            </a:r>
            <a:endParaRPr lang="en-US" sz="2000" dirty="0"/>
          </a:p>
          <a:p>
            <a:pPr marL="0" indent="0">
              <a:buNone/>
            </a:pPr>
            <a:r>
              <a:rPr lang="en-US" sz="20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code .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704088" y="4261104"/>
            <a:ext cx="5166360" cy="1353312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704088" y="4261104"/>
            <a:ext cx="68580" cy="1353312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932688" y="4462272"/>
            <a:ext cx="4709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blank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932688" y="4992624"/>
            <a:ext cx="4709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Pantalla inicial sencilla.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6108192" y="4261104"/>
            <a:ext cx="5321808" cy="1353312"/>
          </a:xfrm>
          <a:prstGeom prst="roundRect">
            <a:avLst>
              <a:gd name="adj" fmla="val 12162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Shape 14"/>
          <p:cNvSpPr/>
          <p:nvPr/>
        </p:nvSpPr>
        <p:spPr>
          <a:xfrm>
            <a:off x="6108192" y="4261104"/>
            <a:ext cx="68580" cy="1353312"/>
          </a:xfrm>
          <a:prstGeom prst="rect">
            <a:avLst/>
          </a:prstGeom>
          <a:solidFill>
            <a:srgbClr val="25D4CB"/>
          </a:solidFill>
          <a:ln w="12700">
            <a:solidFill>
              <a:srgbClr val="25D4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Text 15"/>
          <p:cNvSpPr/>
          <p:nvPr/>
        </p:nvSpPr>
        <p:spPr>
          <a:xfrm>
            <a:off x="6336792" y="4462272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angular-standalone</a:t>
            </a:r>
            <a:endParaRPr lang="en-US" sz="1900" dirty="0"/>
          </a:p>
        </p:txBody>
      </p:sp>
      <p:sp>
        <p:nvSpPr>
          <p:cNvPr id="18" name="Text 16"/>
          <p:cNvSpPr/>
          <p:nvPr/>
        </p:nvSpPr>
        <p:spPr>
          <a:xfrm>
            <a:off x="6336792" y="4992624"/>
            <a:ext cx="48646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Componentes Angular sin NgModules.</a:t>
            </a:r>
            <a:endParaRPr lang="en-US" sz="15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¡A ejecutar!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600200"/>
            <a:ext cx="6519672" cy="1408176"/>
          </a:xfrm>
          <a:prstGeom prst="roundRect">
            <a:avLst>
              <a:gd name="adj" fmla="val 8442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32688" y="1746504"/>
            <a:ext cx="60624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CÓDIGO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2121408"/>
            <a:ext cx="600760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24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ionic serve</a:t>
            </a:r>
            <a:endParaRPr lang="en-US" sz="2400" dirty="0"/>
          </a:p>
        </p:txBody>
      </p:sp>
      <p:sp>
        <p:nvSpPr>
          <p:cNvPr id="11" name="Shape 9"/>
          <p:cNvSpPr/>
          <p:nvPr/>
        </p:nvSpPr>
        <p:spPr>
          <a:xfrm>
            <a:off x="7516368" y="1618488"/>
            <a:ext cx="3877056" cy="3520440"/>
          </a:xfrm>
          <a:prstGeom prst="roundRect">
            <a:avLst>
              <a:gd name="adj" fmla="val 3896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7863840" y="1947672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21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Vista previa</a:t>
            </a:r>
            <a:endParaRPr lang="en-US" sz="2100" dirty="0"/>
          </a:p>
        </p:txBody>
      </p:sp>
      <p:sp>
        <p:nvSpPr>
          <p:cNvPr id="13" name="Text 11"/>
          <p:cNvSpPr/>
          <p:nvPr/>
        </p:nvSpPr>
        <p:spPr>
          <a:xfrm>
            <a:off x="7754112" y="2743200"/>
            <a:ext cx="340156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600" dirty="0">
                <a:solidFill>
                  <a:srgbClr val="4868F7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http://localhost:8100</a:t>
            </a:r>
            <a:endParaRPr lang="en-US" sz="1600" dirty="0"/>
          </a:p>
        </p:txBody>
      </p:sp>
      <p:sp>
        <p:nvSpPr>
          <p:cNvPr id="14" name="Text 12"/>
          <p:cNvSpPr/>
          <p:nvPr/>
        </p:nvSpPr>
        <p:spPr>
          <a:xfrm>
            <a:off x="7818120" y="3511296"/>
            <a:ext cx="3255264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5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 dirección puede variar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dirty="0">
                <a:solidFill>
                  <a:srgbClr val="5A66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según el puerto disponible.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749808" y="5321808"/>
            <a:ext cx="107899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Detener servidor: Ctrl + C  ·  Probar vista móvil: F12 → barra de dispositivos.</a:t>
            </a:r>
            <a:endParaRPr lang="en-US" sz="17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¿Dónde está cada cosa?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94944" y="1481328"/>
            <a:ext cx="7680960" cy="4215384"/>
          </a:xfrm>
          <a:prstGeom prst="roundRect">
            <a:avLst>
              <a:gd name="adj" fmla="val 2820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41832" y="1627632"/>
            <a:ext cx="7223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CÓDIGO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50976" y="2002536"/>
            <a:ext cx="7168896" cy="35204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src/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app/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home/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home.page.html    ← interfaz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home.page.scss    ← estilos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home.page.ts      ← lógica e imports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theme/</a:t>
            </a:r>
            <a:endParaRPr lang="en-US" sz="1700" dirty="0"/>
          </a:p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variables.scss      ← tema global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8613648" y="1664208"/>
            <a:ext cx="2770632" cy="3502152"/>
          </a:xfrm>
          <a:prstGeom prst="roundRect">
            <a:avLst>
              <a:gd name="adj" fmla="val 5941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8613648" y="1664208"/>
            <a:ext cx="68580" cy="3502152"/>
          </a:xfrm>
          <a:prstGeom prst="rect">
            <a:avLst/>
          </a:prstGeom>
          <a:solidFill>
            <a:srgbClr val="25D4CB"/>
          </a:solidFill>
          <a:ln w="12700">
            <a:solidFill>
              <a:srgbClr val="25D4CB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Text 11"/>
          <p:cNvSpPr/>
          <p:nvPr/>
        </p:nvSpPr>
        <p:spPr>
          <a:xfrm>
            <a:off x="8842248" y="186537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Idea clave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8842248" y="2395728"/>
            <a:ext cx="2313432" cy="25877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HTML = estructura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SCSS = apariencia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TypeScript = comportamiento</a:t>
            </a:r>
            <a:endParaRPr lang="en-US" sz="15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1 · Cambiar la pantalla de inicio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444752"/>
            <a:ext cx="8503920" cy="4507992"/>
          </a:xfrm>
          <a:prstGeom prst="roundRect">
            <a:avLst>
              <a:gd name="adj" fmla="val 2637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05256" y="1591056"/>
            <a:ext cx="8046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CÓDIGO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65960"/>
            <a:ext cx="7991856" cy="3813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&lt;ion-header&gt;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&lt;ion-toolbar color="primary"&gt;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&lt;ion-title&gt;Mi primera app&lt;/ion-title&gt;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&lt;/ion-toolbar&gt;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&lt;/ion-header&gt;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&lt;ion-content class="ion-padding"&gt;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&lt;h1&gt;¡Hola, Ionic!&lt;/h1&gt;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&lt;p&gt;Estoy creando mi primera app.&lt;/p&gt;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&lt;ion-button expand="block" color="success"&gt;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Comenzar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&lt;/ion-button&gt;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&lt;/ion-content&gt;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9427464" y="2267712"/>
            <a:ext cx="1993392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Texto + título</a:t>
            </a:r>
            <a:endParaRPr lang="en-US" sz="1900" dirty="0"/>
          </a:p>
          <a:p>
            <a:pPr marL="0" indent="0" algn="ctr">
              <a:buNone/>
            </a:pPr>
            <a:r>
              <a:rPr lang="en-US" sz="19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botón Ionic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2 · Importar el botón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58368" y="1399032"/>
            <a:ext cx="10835640" cy="4526280"/>
          </a:xfrm>
          <a:prstGeom prst="roundRect">
            <a:avLst>
              <a:gd name="adj" fmla="val 2626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05256" y="1545336"/>
            <a:ext cx="10378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CÓDIGO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14400" y="1920240"/>
            <a:ext cx="10323576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Component } from '@angular/core';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{ IonHeader, IonToolbar, IonTitle,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IonContent, IonButton } from '@ionic/angular/standalone';</a:t>
            </a:r>
            <a:endParaRPr lang="en-US" sz="1500" dirty="0"/>
          </a:p>
          <a:p>
            <a:pPr marL="0" indent="0">
              <a:buNone/>
            </a:pP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@Component({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selector: 'app-home',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templateUrl: 'home.page.html',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styleUrls: ['home.page.scss'],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imports: [IonHeader, IonToolbar, IonTitle,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IonContent, IonButton],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})</a:t>
            </a:r>
            <a:endParaRPr lang="en-US" sz="1500" dirty="0"/>
          </a:p>
          <a:p>
            <a:pPr marL="0" indent="0">
              <a:buNone/>
            </a:pPr>
            <a:r>
              <a:rPr lang="en-US" sz="15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export class HomePage {}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786384" y="6007608"/>
            <a:ext cx="106527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3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Archivo: src/app/home/home.page.ts · Si ya existe código, basta agregar IonButton al import y a imports.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Paso 3 · Cambiar estilo y colores</a:t>
            </a:r>
            <a:endParaRPr lang="en-US" sz="29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04088" y="1399032"/>
            <a:ext cx="6473952" cy="4526280"/>
          </a:xfrm>
          <a:prstGeom prst="roundRect">
            <a:avLst>
              <a:gd name="adj" fmla="val 2626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50976" y="1545336"/>
            <a:ext cx="6016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CÓDIGO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60120" y="1920240"/>
            <a:ext cx="5961888" cy="383133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ion-content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--background: #eef4ff;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h1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color: #2944aa;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text-align: center;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  <a:p>
            <a:pPr marL="0" indent="0">
              <a:buNone/>
            </a:pP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ion-button {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margin-top: 24px;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--border-radius: 16px;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302752" y="1545336"/>
            <a:ext cx="2423160" cy="4297680"/>
          </a:xfrm>
          <a:prstGeom prst="roundRect">
            <a:avLst>
              <a:gd name="adj" fmla="val 12075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Shape 10"/>
          <p:cNvSpPr/>
          <p:nvPr/>
        </p:nvSpPr>
        <p:spPr>
          <a:xfrm>
            <a:off x="8430768" y="1691640"/>
            <a:ext cx="2167128" cy="4005072"/>
          </a:xfrm>
          <a:prstGeom prst="roundRect">
            <a:avLst>
              <a:gd name="adj" fmla="val 10549"/>
            </a:avLst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9102395" y="1673352"/>
            <a:ext cx="823874" cy="109728"/>
          </a:xfrm>
          <a:prstGeom prst="roundRect">
            <a:avLst>
              <a:gd name="adj" fmla="val 41667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Shape 12"/>
          <p:cNvSpPr/>
          <p:nvPr/>
        </p:nvSpPr>
        <p:spPr>
          <a:xfrm>
            <a:off x="8439912" y="1975104"/>
            <a:ext cx="2148840" cy="393192"/>
          </a:xfrm>
          <a:prstGeom prst="roundRect">
            <a:avLst>
              <a:gd name="adj" fmla="val 4651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8549640" y="2039112"/>
            <a:ext cx="194767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 primera app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8549640" y="2770632"/>
            <a:ext cx="1911096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900" b="1" dirty="0">
                <a:solidFill>
                  <a:srgbClr val="2944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¡Hola, Ionic!</a:t>
            </a:r>
            <a:endParaRPr lang="en-US" sz="1900" dirty="0"/>
          </a:p>
        </p:txBody>
      </p:sp>
      <p:sp>
        <p:nvSpPr>
          <p:cNvPr id="17" name="Text 15"/>
          <p:cNvSpPr/>
          <p:nvPr/>
        </p:nvSpPr>
        <p:spPr>
          <a:xfrm>
            <a:off x="8586216" y="3282696"/>
            <a:ext cx="17739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100" dirty="0">
                <a:solidFill>
                  <a:srgbClr val="65748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Estoy creando mi app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622792" y="3995928"/>
            <a:ext cx="1792224" cy="438912"/>
          </a:xfrm>
          <a:prstGeom prst="roundRect">
            <a:avLst>
              <a:gd name="adj" fmla="val 25000"/>
            </a:avLst>
          </a:prstGeom>
          <a:solidFill>
            <a:srgbClr val="1BAF78"/>
          </a:solidFill>
          <a:ln w="12700">
            <a:solidFill>
              <a:srgbClr val="1BAF78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9" name="Text 17"/>
          <p:cNvSpPr/>
          <p:nvPr/>
        </p:nvSpPr>
        <p:spPr>
          <a:xfrm>
            <a:off x="8759952" y="4105656"/>
            <a:ext cx="1517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Comenzar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Más personalización sin complicarse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875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9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Los atributos de Ionic permiten cambios rápidos.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85800" y="1591056"/>
            <a:ext cx="10771632" cy="2743200"/>
          </a:xfrm>
          <a:prstGeom prst="roundRect">
            <a:avLst>
              <a:gd name="adj" fmla="val 4333"/>
            </a:avLst>
          </a:prstGeom>
          <a:solidFill>
            <a:srgbClr val="101C31"/>
          </a:solidFill>
          <a:ln w="12700">
            <a:solidFill>
              <a:srgbClr val="101C31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32688" y="1737360"/>
            <a:ext cx="103144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000" b="1" kern="0" spc="100" dirty="0">
                <a:solidFill>
                  <a:srgbClr val="25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TERMINAL / CÓDIGO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941832" y="2112264"/>
            <a:ext cx="10259568" cy="20482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&lt;ion-button color="primary"&gt;Azul&lt;/ion-button&gt;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&lt;ion-button color="danger"&gt;Rojo&lt;/ion-button&gt;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&lt;ion-button color="warning"&gt;Amarillo&lt;/ion-button&gt;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&lt;ion-button fill="outline"&gt;Contorno&lt;/ion-button&gt;</a:t>
            </a:r>
            <a:endParaRPr lang="en-US" sz="1800" dirty="0"/>
          </a:p>
          <a:p>
            <a:pPr marL="0" indent="0">
              <a:buNone/>
            </a:pPr>
            <a:r>
              <a:rPr lang="en-US" sz="18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&lt;ion-button shape="round"&gt;Redondeado&lt;/ion-button&gt;</a:t>
            </a:r>
            <a:endParaRPr lang="en-US" sz="1800" dirty="0"/>
          </a:p>
        </p:txBody>
      </p:sp>
      <p:sp>
        <p:nvSpPr>
          <p:cNvPr id="11" name="Shape 9"/>
          <p:cNvSpPr/>
          <p:nvPr/>
        </p:nvSpPr>
        <p:spPr>
          <a:xfrm>
            <a:off x="841248" y="4736592"/>
            <a:ext cx="1463040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950976" y="479145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2532888" y="4736592"/>
            <a:ext cx="1463040" cy="365760"/>
          </a:xfrm>
          <a:prstGeom prst="roundRect">
            <a:avLst>
              <a:gd name="adj" fmla="val 42500"/>
            </a:avLst>
          </a:prstGeom>
          <a:solidFill>
            <a:srgbClr val="DA4355"/>
          </a:solidFill>
          <a:ln w="12700">
            <a:solidFill>
              <a:srgbClr val="DA4355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2642616" y="479145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danger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224528" y="4736592"/>
            <a:ext cx="1463040" cy="365760"/>
          </a:xfrm>
          <a:prstGeom prst="roundRect">
            <a:avLst>
              <a:gd name="adj" fmla="val 42500"/>
            </a:avLst>
          </a:prstGeom>
          <a:solidFill>
            <a:srgbClr val="D9A02F"/>
          </a:solidFill>
          <a:ln w="12700">
            <a:solidFill>
              <a:srgbClr val="D9A02F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6" name="Text 14"/>
          <p:cNvSpPr/>
          <p:nvPr/>
        </p:nvSpPr>
        <p:spPr>
          <a:xfrm>
            <a:off x="4334256" y="479145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warning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5916168" y="4736592"/>
            <a:ext cx="1463040" cy="365760"/>
          </a:xfrm>
          <a:prstGeom prst="roundRect">
            <a:avLst>
              <a:gd name="adj" fmla="val 42500"/>
            </a:avLst>
          </a:prstGeom>
          <a:solidFill>
            <a:srgbClr val="0E9377"/>
          </a:solidFill>
          <a:ln w="12700">
            <a:solidFill>
              <a:srgbClr val="0E937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6025896" y="4791456"/>
            <a:ext cx="12435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22960" y="5522976"/>
            <a:ext cx="10698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2617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 color principal de toda la app también puede definirse con variables CSS globales.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Mini desafío · Mi app tiene identidad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875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9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Actividad individual para cerrar la primera sesión (20–30 min).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99616"/>
            <a:ext cx="10671048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Shape 7"/>
          <p:cNvSpPr/>
          <p:nvPr/>
        </p:nvSpPr>
        <p:spPr>
          <a:xfrm>
            <a:off x="914400" y="1609344"/>
            <a:ext cx="420624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0" name="Text 8"/>
          <p:cNvSpPr/>
          <p:nvPr/>
        </p:nvSpPr>
        <p:spPr>
          <a:xfrm>
            <a:off x="1024128" y="1664208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1545336" y="1600200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el título por el nombre de una app imaginaria.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731520" y="2267712"/>
            <a:ext cx="10671048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3" name="Shape 11"/>
          <p:cNvSpPr/>
          <p:nvPr/>
        </p:nvSpPr>
        <p:spPr>
          <a:xfrm>
            <a:off x="914400" y="2377440"/>
            <a:ext cx="420624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4" name="Text 12"/>
          <p:cNvSpPr/>
          <p:nvPr/>
        </p:nvSpPr>
        <p:spPr>
          <a:xfrm>
            <a:off x="1024128" y="2432304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1545336" y="2368296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Escribir un mensaje de bienvenida de dos líneas.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731520" y="3035808"/>
            <a:ext cx="10671048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7" name="Shape 15"/>
          <p:cNvSpPr/>
          <p:nvPr/>
        </p:nvSpPr>
        <p:spPr>
          <a:xfrm>
            <a:off x="914400" y="3145536"/>
            <a:ext cx="420624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1024128" y="3200400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1545336" y="3136392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Agregar dos botones con colores distintos.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731520" y="3803904"/>
            <a:ext cx="10671048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Shape 19"/>
          <p:cNvSpPr/>
          <p:nvPr/>
        </p:nvSpPr>
        <p:spPr>
          <a:xfrm>
            <a:off x="914400" y="3913632"/>
            <a:ext cx="420624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2" name="Text 20"/>
          <p:cNvSpPr/>
          <p:nvPr/>
        </p:nvSpPr>
        <p:spPr>
          <a:xfrm>
            <a:off x="1024128" y="3968496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45336" y="3904488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Cambiar el fondo y el color del encabezado.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731520" y="4572000"/>
            <a:ext cx="10671048" cy="594360"/>
          </a:xfrm>
          <a:prstGeom prst="roundRect">
            <a:avLst>
              <a:gd name="adj" fmla="val 16923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5" name="Shape 23"/>
          <p:cNvSpPr/>
          <p:nvPr/>
        </p:nvSpPr>
        <p:spPr>
          <a:xfrm>
            <a:off x="914400" y="4681728"/>
            <a:ext cx="420624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6" name="Text 24"/>
          <p:cNvSpPr/>
          <p:nvPr/>
        </p:nvSpPr>
        <p:spPr>
          <a:xfrm>
            <a:off x="1024128" y="4736592"/>
            <a:ext cx="2011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1545336" y="4672584"/>
            <a:ext cx="9445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Mostrar la pantalla en modo móvil y tomar una captura.</a:t>
            </a:r>
            <a:endParaRPr lang="en-US" sz="1600" dirty="0"/>
          </a:p>
        </p:txBody>
      </p:sp>
      <p:sp>
        <p:nvSpPr>
          <p:cNvPr id="28" name="Text 26"/>
          <p:cNvSpPr/>
          <p:nvPr/>
        </p:nvSpPr>
        <p:spPr>
          <a:xfrm>
            <a:off x="804672" y="566928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ENTREGABLE   Captura de pantalla + carpeta o repositorio del proyecto.</a:t>
            </a:r>
            <a:endParaRPr lang="en-US" sz="16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3F6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55448"/>
          </a:xfrm>
          <a:prstGeom prst="rect">
            <a:avLst/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3" name="Text 1"/>
          <p:cNvSpPr/>
          <p:nvPr/>
        </p:nvSpPr>
        <p:spPr>
          <a:xfrm>
            <a:off x="658368" y="393192"/>
            <a:ext cx="10881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Errores comunes y soluciones</a:t>
            </a:r>
            <a:endParaRPr lang="en-US" sz="2900" dirty="0"/>
          </a:p>
        </p:txBody>
      </p:sp>
      <p:sp>
        <p:nvSpPr>
          <p:cNvPr id="4" name="Text 2"/>
          <p:cNvSpPr/>
          <p:nvPr/>
        </p:nvSpPr>
        <p:spPr>
          <a:xfrm>
            <a:off x="676656" y="987552"/>
            <a:ext cx="107899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400" dirty="0">
                <a:solidFill>
                  <a:srgbClr val="59678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Antes de pedir ayuda, revisar estos puntos.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76656" y="6446520"/>
            <a:ext cx="10808208" cy="0"/>
          </a:xfrm>
          <a:prstGeom prst="line">
            <a:avLst/>
          </a:prstGeom>
          <a:noFill/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6" name="Text 4"/>
          <p:cNvSpPr/>
          <p:nvPr/>
        </p:nvSpPr>
        <p:spPr>
          <a:xfrm>
            <a:off x="676656" y="6501384"/>
            <a:ext cx="82296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900" b="1" dirty="0">
                <a:solidFill>
                  <a:srgbClr val="7B8BA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APLICACIONES MÓVILES  /  IONIC + ANGULAR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11091672" y="6483096"/>
            <a:ext cx="3840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buNone/>
            </a:pPr>
            <a:r>
              <a:rPr lang="en-US" sz="1000" b="1" dirty="0">
                <a:solidFill>
                  <a:srgbClr val="4868F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31520" y="1453896"/>
            <a:ext cx="1072591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9" name="Text 7"/>
          <p:cNvSpPr/>
          <p:nvPr/>
        </p:nvSpPr>
        <p:spPr>
          <a:xfrm>
            <a:off x="941832" y="1600200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ionic no se reconoce</a:t>
            </a:r>
            <a:endParaRPr lang="en-US" sz="1600" dirty="0"/>
          </a:p>
        </p:txBody>
      </p:sp>
      <p:sp>
        <p:nvSpPr>
          <p:cNvPr id="10" name="Text 8"/>
          <p:cNvSpPr/>
          <p:nvPr/>
        </p:nvSpPr>
        <p:spPr>
          <a:xfrm>
            <a:off x="4105656" y="1572768"/>
            <a:ext cx="694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66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Confirmar instalación global y reiniciar terminal.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31520" y="2295144"/>
            <a:ext cx="1072591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2" name="Text 10"/>
          <p:cNvSpPr/>
          <p:nvPr/>
        </p:nvSpPr>
        <p:spPr>
          <a:xfrm>
            <a:off x="941832" y="2441448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node o npm no se reconoce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4105656" y="2414016"/>
            <a:ext cx="694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66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Instalar Node.js LTS y verificar PATH.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731520" y="3136392"/>
            <a:ext cx="1072591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5" name="Text 13"/>
          <p:cNvSpPr/>
          <p:nvPr/>
        </p:nvSpPr>
        <p:spPr>
          <a:xfrm>
            <a:off x="941832" y="3282696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ion-button no aparece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4105656" y="3255264"/>
            <a:ext cx="694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66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Importar IonButton en home.page.ts.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731520" y="3977640"/>
            <a:ext cx="1072591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18" name="Text 16"/>
          <p:cNvSpPr/>
          <p:nvPr/>
        </p:nvSpPr>
        <p:spPr>
          <a:xfrm>
            <a:off x="941832" y="4123944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Puerto ocupado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4105656" y="4096512"/>
            <a:ext cx="694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66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Cerrar servidor previo o usar ionic serve --port 8200.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1520" y="4818888"/>
            <a:ext cx="10725912" cy="6858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2700">
            <a:solidFill>
              <a:srgbClr val="DFE7F3"/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21" name="Text 19"/>
          <p:cNvSpPr/>
          <p:nvPr/>
        </p:nvSpPr>
        <p:spPr>
          <a:xfrm>
            <a:off x="941832" y="4965192"/>
            <a:ext cx="3154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1B274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 veo cambios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105656" y="4937760"/>
            <a:ext cx="6940296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500" dirty="0">
                <a:solidFill>
                  <a:srgbClr val="566681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Guardar archivo y revisar la terminal / consola.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01C3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77240" y="1060704"/>
            <a:ext cx="1060704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34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¡Tu primera app ya está en marcha!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804672" y="2121408"/>
            <a:ext cx="987552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100" dirty="0">
                <a:solidFill>
                  <a:srgbClr val="25D4C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Hoy: instalar → crear → ejecutar → personalizar.</a:t>
            </a:r>
            <a:endParaRPr lang="en-US" sz="2100" dirty="0"/>
          </a:p>
        </p:txBody>
      </p:sp>
      <p:sp>
        <p:nvSpPr>
          <p:cNvPr id="4" name="Text 2"/>
          <p:cNvSpPr/>
          <p:nvPr/>
        </p:nvSpPr>
        <p:spPr>
          <a:xfrm>
            <a:off x="804672" y="3127248"/>
            <a:ext cx="998524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22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Próxima clase: interacción con botones, variables y navegación entre pantallas.</a:t>
            </a:r>
            <a:endParaRPr lang="en-US" sz="2200" dirty="0"/>
          </a:p>
        </p:txBody>
      </p:sp>
      <p:sp>
        <p:nvSpPr>
          <p:cNvPr id="5" name="Text 3"/>
          <p:cNvSpPr/>
          <p:nvPr/>
        </p:nvSpPr>
        <p:spPr>
          <a:xfrm>
            <a:off x="795528" y="4910328"/>
            <a:ext cx="64008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600" b="1" dirty="0">
                <a:solidFill>
                  <a:srgbClr val="A6B5CD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Documentación oficial</a:t>
            </a:r>
            <a:endParaRPr lang="en-US" sz="1600" dirty="0"/>
          </a:p>
        </p:txBody>
      </p:sp>
      <p:sp>
        <p:nvSpPr>
          <p:cNvPr id="6" name="Text 4"/>
          <p:cNvSpPr/>
          <p:nvPr/>
        </p:nvSpPr>
        <p:spPr>
          <a:xfrm>
            <a:off x="795528" y="5376672"/>
            <a:ext cx="100584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>
              <a:buNone/>
            </a:pPr>
            <a:r>
              <a:rPr lang="en-US" sz="170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ionicframework.com/docs  ·  ionicframework.com/docs/cli</a:t>
            </a:r>
            <a:endParaRPr lang="en-US" sz="1700" dirty="0"/>
          </a:p>
        </p:txBody>
      </p:sp>
      <p:sp>
        <p:nvSpPr>
          <p:cNvPr id="7" name="Shape 5"/>
          <p:cNvSpPr/>
          <p:nvPr/>
        </p:nvSpPr>
        <p:spPr>
          <a:xfrm>
            <a:off x="804672" y="6062472"/>
            <a:ext cx="3291840" cy="365760"/>
          </a:xfrm>
          <a:prstGeom prst="roundRect">
            <a:avLst>
              <a:gd name="adj" fmla="val 42500"/>
            </a:avLst>
          </a:prstGeom>
          <a:solidFill>
            <a:srgbClr val="4868F7"/>
          </a:solidFill>
          <a:ln w="12700">
            <a:solidFill>
              <a:srgbClr val="4868F7">
                <a:alpha val="0"/>
              </a:srgbClr>
            </a:solidFill>
            <a:prstDash val="solid"/>
          </a:ln>
        </p:spPr>
        <p:txBody>
          <a:bodyPr/>
          <a:lstStyle/>
          <a:p>
            <a:endParaRPr lang="es-CL"/>
          </a:p>
        </p:txBody>
      </p:sp>
      <p:sp>
        <p:nvSpPr>
          <p:cNvPr id="8" name="Text 6"/>
          <p:cNvSpPr/>
          <p:nvPr/>
        </p:nvSpPr>
        <p:spPr>
          <a:xfrm>
            <a:off x="914400" y="6117336"/>
            <a:ext cx="307238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SEGUIMOS CONSTRUYENDO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Tema d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318</TotalTime>
  <Words>1062</Words>
  <Application>Microsoft Office PowerPoint</Application>
  <PresentationFormat>Panorámica</PresentationFormat>
  <Paragraphs>224</Paragraphs>
  <Slides>16</Slides>
  <Notes>16</Notes>
  <HiddenSlides>0</HiddenSlides>
  <MMClips>0</MMClips>
  <ScaleCrop>false</ScaleCrop>
  <HeadingPairs>
    <vt:vector size="6" baseType="variant">
      <vt:variant>
        <vt:lpstr>Fuentes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0" baseType="lpstr">
      <vt:lpstr>Aptos</vt:lpstr>
      <vt:lpstr>Arial</vt:lpstr>
      <vt:lpstr>Consolas</vt:lpstr>
      <vt:lpstr>Office Theme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Ionic | Primera aplicación móvil</dc:title>
  <dc:subject>Introducción práctica a Ionic</dc:subject>
  <dc:creator>Material docente - Aplicaciones Móviles</dc:creator>
  <cp:lastModifiedBy>Francisco Calfun</cp:lastModifiedBy>
  <cp:revision>1</cp:revision>
  <dcterms:created xsi:type="dcterms:W3CDTF">2026-10-08T18:11:39Z</dcterms:created>
  <dcterms:modified xsi:type="dcterms:W3CDTF">2026-10-08T23:34:25Z</dcterms:modified>
</cp:coreProperties>
</file>